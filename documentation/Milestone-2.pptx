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-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9E1E58-E463-458F-8806-FE7AB0337E9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5251E6-3A70-48DC-B39E-2B93B3320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651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251E6-3A70-48DC-B39E-2B93B3320F4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210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251E6-3A70-48DC-B39E-2B93B3320F4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572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41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426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74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833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737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611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255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766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68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24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762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884813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4800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454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5212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8185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348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7228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  <p:sldLayoutId id="214748381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1190-7720-0100-7360-C1B991EA91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0" dirty="0" err="1">
                <a:effectLst/>
              </a:rPr>
              <a:t>NetShield</a:t>
            </a:r>
            <a:r>
              <a:rPr lang="en-IN" b="0" dirty="0">
                <a:effectLst/>
              </a:rPr>
              <a:t> AI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E0DFC7-ACDA-3DBF-6B97-764812C3CE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effectLst/>
              </a:rPr>
              <a:t>Network Anomaly Detection &amp;Threat Monitoring System</a:t>
            </a:r>
          </a:p>
          <a:p>
            <a:endParaRPr lang="en-IN" dirty="0">
              <a:effectLst/>
            </a:endParaRPr>
          </a:p>
          <a:p>
            <a:r>
              <a:rPr lang="en-IN" dirty="0">
                <a:effectLst/>
              </a:rPr>
              <a:t>( MILESTONE-2 )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6231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31B2A-513C-1BE6-961E-2579BA974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017123"/>
            <a:ext cx="10353761" cy="554876"/>
          </a:xfrm>
        </p:spPr>
        <p:txBody>
          <a:bodyPr>
            <a:normAutofit fontScale="90000"/>
          </a:bodyPr>
          <a:lstStyle/>
          <a:p>
            <a:r>
              <a:rPr lang="en-IN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BA656-2AB3-F093-E5FE-F39F56271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804" y="95696"/>
            <a:ext cx="4879199" cy="554876"/>
          </a:xfrm>
        </p:spPr>
        <p:txBody>
          <a:bodyPr/>
          <a:lstStyle/>
          <a:p>
            <a:r>
              <a:rPr lang="en-IN" dirty="0"/>
              <a:t>Admin Dashboard: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0DF93DF-1F6F-DA16-0313-CF35AB876C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804" y="770370"/>
            <a:ext cx="3270881" cy="287972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9350C7-E7B3-68AB-1994-782CD568F3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2003" y="95697"/>
            <a:ext cx="4865554" cy="554876"/>
          </a:xfrm>
        </p:spPr>
        <p:txBody>
          <a:bodyPr/>
          <a:lstStyle/>
          <a:p>
            <a:r>
              <a:rPr lang="en-IN" dirty="0"/>
              <a:t>Analyst Dashboard: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78F213B-6389-E85C-91DC-E906313E5DB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226" y="650572"/>
            <a:ext cx="2941270" cy="28797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D9DEB6-0532-330F-FA71-3B6556C04E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01"/>
          <a:stretch>
            <a:fillRect/>
          </a:stretch>
        </p:blipFill>
        <p:spPr>
          <a:xfrm>
            <a:off x="308345" y="4040486"/>
            <a:ext cx="10862930" cy="24893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FBF7A1C-5CDD-BE4F-8BBB-ED68590D13BE}"/>
              </a:ext>
            </a:extLst>
          </p:cNvPr>
          <p:cNvSpPr txBox="1"/>
          <p:nvPr/>
        </p:nvSpPr>
        <p:spPr>
          <a:xfrm>
            <a:off x="180185" y="3650095"/>
            <a:ext cx="6592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Settings:</a:t>
            </a:r>
          </a:p>
        </p:txBody>
      </p:sp>
    </p:spTree>
    <p:extLst>
      <p:ext uri="{BB962C8B-B14F-4D97-AF65-F5344CB8AC3E}">
        <p14:creationId xmlns:p14="http://schemas.microsoft.com/office/powerpoint/2010/main" val="167463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F015B-666A-B466-E2EC-AF70360F1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28" y="123810"/>
            <a:ext cx="3932237" cy="1439175"/>
          </a:xfrm>
        </p:spPr>
        <p:txBody>
          <a:bodyPr>
            <a:normAutofit/>
          </a:bodyPr>
          <a:lstStyle/>
          <a:p>
            <a:r>
              <a:rPr lang="en-IN" sz="1400" dirty="0"/>
              <a:t>model performance metrics:</a:t>
            </a:r>
            <a:br>
              <a:rPr lang="en-IN" sz="1400" dirty="0"/>
            </a:br>
            <a:endParaRPr lang="en-IN" sz="1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CE96FCF-FB08-8CCC-E459-A5495501C6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413" y="1989239"/>
            <a:ext cx="6189662" cy="242232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3B1A9-E163-BEB1-1511-C4F48262A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7228" y="1105786"/>
            <a:ext cx="3932237" cy="4685413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IN" dirty="0"/>
              <a:t>Includes:</a:t>
            </a:r>
          </a:p>
          <a:p>
            <a:r>
              <a:rPr lang="en-IN" dirty="0"/>
              <a:t>accuracy, precision, recall, F1-score, confusion matrix, feature importance, ROC-AUC, and prediction confidence.</a:t>
            </a:r>
          </a:p>
          <a:p>
            <a:endParaRPr lang="en-IN" dirty="0"/>
          </a:p>
          <a:p>
            <a:r>
              <a:rPr lang="en-IN" dirty="0"/>
              <a:t>-------------------------------------------------</a:t>
            </a:r>
          </a:p>
          <a:p>
            <a:endParaRPr lang="en-IN" dirty="0"/>
          </a:p>
          <a:p>
            <a:r>
              <a:rPr lang="en-IN" dirty="0"/>
              <a:t>An Overview of :</a:t>
            </a:r>
          </a:p>
          <a:p>
            <a:r>
              <a:rPr lang="en-IN" dirty="0"/>
              <a:t>users, datasets, threat reports, system health, AI model status, recent activities, incidents, and system logs.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D961B2-9B5A-D9AC-2598-9324C7A94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632" y="-124438"/>
            <a:ext cx="6189662" cy="355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684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E3612-72DF-BD8B-EFD1-F91F34A89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Threat classifications: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4BEDF-38E0-6886-7135-32CB30614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804" y="1531089"/>
            <a:ext cx="4879199" cy="4444410"/>
          </a:xfrm>
        </p:spPr>
        <p:txBody>
          <a:bodyPr>
            <a:normAutofit fontScale="70000" lnSpcReduction="20000"/>
          </a:bodyPr>
          <a:lstStyle/>
          <a:p>
            <a:r>
              <a:rPr lang="en-IN" sz="2500" dirty="0"/>
              <a:t>Normal       </a:t>
            </a:r>
            <a:r>
              <a:rPr lang="en-IN" sz="2000" b="0" dirty="0"/>
              <a:t>10/100 (Low)</a:t>
            </a:r>
          </a:p>
          <a:p>
            <a:r>
              <a:rPr lang="en-IN" sz="2500" dirty="0"/>
              <a:t>DoS               </a:t>
            </a:r>
            <a:r>
              <a:rPr lang="en-IN" sz="2000" b="0" dirty="0"/>
              <a:t>90/100 (Critical)</a:t>
            </a:r>
          </a:p>
          <a:p>
            <a:r>
              <a:rPr lang="en-IN" sz="2500" dirty="0"/>
              <a:t>Reconnaissance </a:t>
            </a:r>
            <a:r>
              <a:rPr lang="en-IN" sz="2000" b="0" dirty="0"/>
              <a:t>45/100 (Medium)</a:t>
            </a:r>
          </a:p>
          <a:p>
            <a:r>
              <a:rPr lang="en-IN" sz="2500" dirty="0" err="1"/>
              <a:t>Fuzzers</a:t>
            </a:r>
            <a:r>
              <a:rPr lang="en-IN" sz="2500" dirty="0"/>
              <a:t>        </a:t>
            </a:r>
            <a:r>
              <a:rPr lang="en-IN" sz="2200" b="0" dirty="0"/>
              <a:t>55/100 (Medium)</a:t>
            </a:r>
          </a:p>
          <a:p>
            <a:r>
              <a:rPr lang="en-IN" sz="2500" dirty="0"/>
              <a:t>Exploits        </a:t>
            </a:r>
            <a:r>
              <a:rPr lang="en-IN" sz="2200" b="0" dirty="0"/>
              <a:t>75/100 (High)</a:t>
            </a:r>
          </a:p>
          <a:p>
            <a:r>
              <a:rPr lang="en-IN" sz="2500" dirty="0"/>
              <a:t>Backdoor     </a:t>
            </a:r>
            <a:r>
              <a:rPr lang="en-IN" sz="2200" b="0" dirty="0"/>
              <a:t>92/100 (Critical)</a:t>
            </a:r>
          </a:p>
          <a:p>
            <a:r>
              <a:rPr lang="en-IN" sz="2500" dirty="0"/>
              <a:t>Shellcode     </a:t>
            </a:r>
            <a:r>
              <a:rPr lang="en-IN" sz="2200" b="0" dirty="0"/>
              <a:t>95/100 (Critical)</a:t>
            </a:r>
          </a:p>
          <a:p>
            <a:r>
              <a:rPr lang="en-IN" sz="2500" dirty="0"/>
              <a:t>Generic        </a:t>
            </a:r>
            <a:r>
              <a:rPr lang="en-IN" sz="2200" b="0" dirty="0"/>
              <a:t>70/100 (High)</a:t>
            </a:r>
          </a:p>
          <a:p>
            <a:r>
              <a:rPr lang="en-IN" sz="2500" dirty="0"/>
              <a:t>Worms          </a:t>
            </a:r>
            <a:r>
              <a:rPr lang="en-IN" sz="2200" b="0" dirty="0"/>
              <a:t>98/100 (Critical)</a:t>
            </a:r>
          </a:p>
          <a:p>
            <a:endParaRPr lang="en-IN" sz="2500" dirty="0"/>
          </a:p>
          <a:p>
            <a:r>
              <a:rPr lang="en-IN" dirty="0"/>
              <a:t>Classifies network traffic into attack categories based on threat severity, AI confidence, risk score, attack count, and category description.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B04C697-FE76-27E8-385A-23DF4788DB6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286" y="1935163"/>
            <a:ext cx="5369800" cy="172137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99EC13-2B21-C9A5-F6E3-97976215FB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 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68778435-2B20-9686-5CD6-B8021B2FD32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211" y="4338320"/>
            <a:ext cx="5095875" cy="163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385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22581-1728-601C-6632-9C5232CF9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1" cy="1222877"/>
          </a:xfrm>
        </p:spPr>
        <p:txBody>
          <a:bodyPr/>
          <a:lstStyle/>
          <a:p>
            <a:r>
              <a:rPr lang="en-IN" dirty="0"/>
              <a:t>Model analysis: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7C4FC-D728-B8CD-96AE-DB0EC3561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804" y="988828"/>
            <a:ext cx="4879199" cy="691116"/>
          </a:xfrm>
        </p:spPr>
        <p:txBody>
          <a:bodyPr/>
          <a:lstStyle/>
          <a:p>
            <a:r>
              <a:rPr lang="en-IN" dirty="0"/>
              <a:t>Manual Analysis: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0FDAA65-F0CB-9EE8-A5D5-85A83ABD70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568" y="1906345"/>
            <a:ext cx="5106988" cy="255933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A038BC-4A1F-CA66-351B-E4736D3767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21003" y="988828"/>
            <a:ext cx="5246554" cy="765544"/>
          </a:xfrm>
        </p:spPr>
        <p:txBody>
          <a:bodyPr/>
          <a:lstStyle/>
          <a:p>
            <a:r>
              <a:rPr lang="en-IN" dirty="0"/>
              <a:t>Dataset Analysis: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B2A0600-E306-8A2C-045F-013934A1949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39" y="1906345"/>
            <a:ext cx="5095875" cy="26630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C69D27-1C4C-0675-34DB-AB5F230BC0EE}"/>
              </a:ext>
            </a:extLst>
          </p:cNvPr>
          <p:cNvSpPr txBox="1"/>
          <p:nvPr/>
        </p:nvSpPr>
        <p:spPr>
          <a:xfrm>
            <a:off x="913795" y="4699591"/>
            <a:ext cx="47001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Allows users to enter network traffic parameters and instantly receive AI-based threat, risk, and confidence predictions.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34808C-3DE2-E191-D7EE-D30F8E3D687E}"/>
              </a:ext>
            </a:extLst>
          </p:cNvPr>
          <p:cNvSpPr txBox="1"/>
          <p:nvPr/>
        </p:nvSpPr>
        <p:spPr>
          <a:xfrm>
            <a:off x="6160567" y="4699590"/>
            <a:ext cx="52465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Uploads network traffic datasets and </a:t>
            </a:r>
            <a:r>
              <a:rPr lang="en-IN" dirty="0" err="1"/>
              <a:t>analyzes</a:t>
            </a:r>
            <a:r>
              <a:rPr lang="en-IN" dirty="0"/>
              <a:t> multiple records using the trained Random Forest model to identify anomalies and threats.</a:t>
            </a:r>
          </a:p>
        </p:txBody>
      </p:sp>
    </p:spTree>
    <p:extLst>
      <p:ext uri="{BB962C8B-B14F-4D97-AF65-F5344CB8AC3E}">
        <p14:creationId xmlns:p14="http://schemas.microsoft.com/office/powerpoint/2010/main" val="780466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D8943-1579-E711-26BA-822C09823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457201"/>
          </a:xfrm>
        </p:spPr>
        <p:txBody>
          <a:bodyPr>
            <a:normAutofit fontScale="90000"/>
          </a:bodyPr>
          <a:lstStyle/>
          <a:p>
            <a:r>
              <a:rPr lang="en-IN" dirty="0"/>
              <a:t>Storing:</a:t>
            </a:r>
            <a:br>
              <a:rPr lang="en-IN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D82E597-75CC-D92D-4D44-4CAFF75AA2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035" y="120541"/>
            <a:ext cx="6189662" cy="247025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ED656-CB25-87F2-D28F-05141AF77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7228" y="690881"/>
            <a:ext cx="3932237" cy="457202"/>
          </a:xfrm>
        </p:spPr>
        <p:txBody>
          <a:bodyPr/>
          <a:lstStyle/>
          <a:p>
            <a:r>
              <a:rPr lang="en-IN" dirty="0"/>
              <a:t>( predicted history &amp; datasets 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2C34DE-DC0D-B2C2-4210-58C702972B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365" y="2794068"/>
            <a:ext cx="5499882" cy="37813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E43378-07A5-AC57-F786-C00A480BF14D}"/>
              </a:ext>
            </a:extLst>
          </p:cNvPr>
          <p:cNvSpPr txBox="1"/>
          <p:nvPr/>
        </p:nvSpPr>
        <p:spPr>
          <a:xfrm>
            <a:off x="426720" y="1696721"/>
            <a:ext cx="5100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Maintains a record of previous </a:t>
            </a:r>
          </a:p>
          <a:p>
            <a:r>
              <a:rPr lang="en-IN" b="1" dirty="0"/>
              <a:t> network traffic predictions</a:t>
            </a:r>
            <a:r>
              <a:rPr lang="en-IN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AD58B0-23E1-F667-21EC-7E23D5514624}"/>
              </a:ext>
            </a:extLst>
          </p:cNvPr>
          <p:cNvSpPr txBox="1"/>
          <p:nvPr/>
        </p:nvSpPr>
        <p:spPr>
          <a:xfrm>
            <a:off x="426720" y="2590800"/>
            <a:ext cx="45821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Displays </a:t>
            </a:r>
            <a:r>
              <a:rPr lang="en-IN" b="1" dirty="0"/>
              <a:t>threat type, confidence score, risk score, severity, and action status</a:t>
            </a:r>
            <a:r>
              <a:rPr lang="en-IN" dirty="0"/>
              <a:t> for each prediction.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28AF1F-574E-AA18-B978-F5BD4CA19E8B}"/>
              </a:ext>
            </a:extLst>
          </p:cNvPr>
          <p:cNvSpPr txBox="1"/>
          <p:nvPr/>
        </p:nvSpPr>
        <p:spPr>
          <a:xfrm>
            <a:off x="426720" y="3667760"/>
            <a:ext cx="53653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Helps analysts </a:t>
            </a:r>
            <a:r>
              <a:rPr lang="en-IN" b="1" dirty="0"/>
              <a:t>review and track detected threats over time</a:t>
            </a:r>
            <a:r>
              <a:rPr lang="en-IN" dirty="0"/>
              <a:t>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FC8B82-3A75-E7B8-42A0-50FF719BD0F5}"/>
              </a:ext>
            </a:extLst>
          </p:cNvPr>
          <p:cNvSpPr txBox="1"/>
          <p:nvPr/>
        </p:nvSpPr>
        <p:spPr>
          <a:xfrm>
            <a:off x="426720" y="4574212"/>
            <a:ext cx="47650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Real-time test data is stored in </a:t>
            </a:r>
            <a:r>
              <a:rPr lang="en-IN" dirty="0">
                <a:latin typeface="Courier New" panose="02070309020205020404" pitchFamily="49" charset="0"/>
              </a:rPr>
              <a:t>manual_test_samples.csv</a:t>
            </a:r>
            <a:r>
              <a:rPr lang="en-IN" dirty="0"/>
              <a:t>, with results tracked in Prediction History.</a:t>
            </a:r>
          </a:p>
        </p:txBody>
      </p:sp>
    </p:spTree>
    <p:extLst>
      <p:ext uri="{BB962C8B-B14F-4D97-AF65-F5344CB8AC3E}">
        <p14:creationId xmlns:p14="http://schemas.microsoft.com/office/powerpoint/2010/main" val="2234163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780B0-3576-E833-C99F-9598685D8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3728720"/>
          </a:xfrm>
        </p:spPr>
        <p:txBody>
          <a:bodyPr>
            <a:normAutofit/>
          </a:bodyPr>
          <a:lstStyle/>
          <a:p>
            <a:r>
              <a:rPr lang="en-IN" sz="5200" dirty="0">
                <a:latin typeface="Algerian" panose="04020705040A02060702" pitchFamily="82" charset="0"/>
              </a:rPr>
              <a:t> </a:t>
            </a:r>
            <a:br>
              <a:rPr lang="en-IN" sz="5200" dirty="0">
                <a:latin typeface="Algerian" panose="04020705040A02060702" pitchFamily="82" charset="0"/>
              </a:rPr>
            </a:br>
            <a:br>
              <a:rPr lang="en-IN" sz="5200" dirty="0">
                <a:latin typeface="Algerian" panose="04020705040A02060702" pitchFamily="82" charset="0"/>
              </a:rPr>
            </a:br>
            <a:r>
              <a:rPr lang="en-IN" sz="5600" dirty="0"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7F6C55-45EF-9FEE-5B86-392E2FC288B4}"/>
              </a:ext>
            </a:extLst>
          </p:cNvPr>
          <p:cNvSpPr txBox="1"/>
          <p:nvPr/>
        </p:nvSpPr>
        <p:spPr>
          <a:xfrm>
            <a:off x="8818880" y="4753372"/>
            <a:ext cx="224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- Bhavani </a:t>
            </a:r>
            <a:r>
              <a:rPr lang="en-IN" dirty="0" err="1"/>
              <a:t>Gontina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8939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2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97B1AF38-8E88-41C6-B7D3-4CD5A52C1F39}" vid="{43504000-E190-4CC5-A1E3-8F4496697D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123</TotalTime>
  <Words>278</Words>
  <Application>Microsoft Office PowerPoint</Application>
  <PresentationFormat>Widescreen</PresentationFormat>
  <Paragraphs>46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Algerian</vt:lpstr>
      <vt:lpstr>Arial</vt:lpstr>
      <vt:lpstr>Bookman Old Style</vt:lpstr>
      <vt:lpstr>Calibri</vt:lpstr>
      <vt:lpstr>Courier New</vt:lpstr>
      <vt:lpstr>Rockwell</vt:lpstr>
      <vt:lpstr>Theme2</vt:lpstr>
      <vt:lpstr>NetShield AI </vt:lpstr>
      <vt:lpstr> </vt:lpstr>
      <vt:lpstr>model performance metrics: </vt:lpstr>
      <vt:lpstr>Threat classifications:</vt:lpstr>
      <vt:lpstr>Model analysis:</vt:lpstr>
      <vt:lpstr>Storing: </vt:lpstr>
      <vt:lpstr>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gontinabhavani@gmail.com</dc:creator>
  <cp:lastModifiedBy>gontinabhavani@gmail.com</cp:lastModifiedBy>
  <cp:revision>9</cp:revision>
  <dcterms:created xsi:type="dcterms:W3CDTF">2026-08-13T02:28:04Z</dcterms:created>
  <dcterms:modified xsi:type="dcterms:W3CDTF">2026-08-28T13:24:22Z</dcterms:modified>
</cp:coreProperties>
</file>