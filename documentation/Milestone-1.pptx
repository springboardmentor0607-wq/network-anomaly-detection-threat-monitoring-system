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8" r:id="rId3"/>
    <p:sldId id="267" r:id="rId4"/>
    <p:sldId id="260" r:id="rId5"/>
    <p:sldId id="261" r:id="rId6"/>
    <p:sldId id="262" r:id="rId7"/>
    <p:sldId id="263" r:id="rId8"/>
    <p:sldId id="264" r:id="rId9"/>
    <p:sldId id="266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105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B8F778-97A7-47C4-BDAC-2D9A20B4BA2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5DD3F-BFF9-4D4F-BCE9-8DB245872B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329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5DD3F-BFF9-4D4F-BCE9-8DB245872B1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826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91DD-CDA6-43C1-90E9-50C8C7C447F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DCD0E-1927-4BB2-B303-A6F996C06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627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91DD-CDA6-43C1-90E9-50C8C7C447F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DCD0E-1927-4BB2-B303-A6F996C06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803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91DD-CDA6-43C1-90E9-50C8C7C447F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DCD0E-1927-4BB2-B303-A6F996C06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203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91DD-CDA6-43C1-90E9-50C8C7C447F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DCD0E-1927-4BB2-B303-A6F996C06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878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91DD-CDA6-43C1-90E9-50C8C7C447F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DCD0E-1927-4BB2-B303-A6F996C06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672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91DD-CDA6-43C1-90E9-50C8C7C447F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DCD0E-1927-4BB2-B303-A6F996C06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133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91DD-CDA6-43C1-90E9-50C8C7C447F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DCD0E-1927-4BB2-B303-A6F996C06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900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91DD-CDA6-43C1-90E9-50C8C7C447F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DCD0E-1927-4BB2-B303-A6F996C06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414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91DD-CDA6-43C1-90E9-50C8C7C447F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DCD0E-1927-4BB2-B303-A6F996C06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817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91DD-CDA6-43C1-90E9-50C8C7C447F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DCD0E-1927-4BB2-B303-A6F996C06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709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91DD-CDA6-43C1-90E9-50C8C7C447F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DCD0E-1927-4BB2-B303-A6F996C06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596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91DD-CDA6-43C1-90E9-50C8C7C447F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DCD0E-1927-4BB2-B303-A6F996C06060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862750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91DD-CDA6-43C1-90E9-50C8C7C447F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DCD0E-1927-4BB2-B303-A6F996C06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47407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91DD-CDA6-43C1-90E9-50C8C7C447F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DCD0E-1927-4BB2-B303-A6F996C06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2123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91DD-CDA6-43C1-90E9-50C8C7C447F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DCD0E-1927-4BB2-B303-A6F996C06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6793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91DD-CDA6-43C1-90E9-50C8C7C447F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DCD0E-1927-4BB2-B303-A6F996C06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7271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91DD-CDA6-43C1-90E9-50C8C7C447F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DCD0E-1927-4BB2-B303-A6F996C06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193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4491DD-CDA6-43C1-90E9-50C8C7C447F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9DCD0E-1927-4BB2-B303-A6F996C06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1139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0B49E-B381-CC75-C311-FAB176B0D6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0" dirty="0" err="1">
                <a:effectLst/>
              </a:rPr>
              <a:t>NetShield</a:t>
            </a:r>
            <a:r>
              <a:rPr lang="en-IN" b="0" dirty="0">
                <a:effectLst/>
              </a:rPr>
              <a:t> AI</a:t>
            </a:r>
            <a:br>
              <a:rPr lang="en-IN" b="0" dirty="0">
                <a:effectLst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1117B6-EE29-CD89-6A4D-17B9D9031A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>
                <a:effectLst/>
              </a:rPr>
              <a:t>Network Anomaly Detection &amp;Threat Monitoring System</a:t>
            </a:r>
          </a:p>
          <a:p>
            <a:endParaRPr lang="en-IN" dirty="0">
              <a:effectLst/>
            </a:endParaRPr>
          </a:p>
          <a:p>
            <a:r>
              <a:rPr lang="en-IN" dirty="0">
                <a:effectLst/>
              </a:rPr>
              <a:t>( MILESTONE-1 )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6097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DEC2D-C0C7-B075-C382-9670AB2C3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45719"/>
          </a:xfrm>
        </p:spPr>
        <p:txBody>
          <a:bodyPr>
            <a:normAutofit fontScale="90000"/>
          </a:bodyPr>
          <a:lstStyle/>
          <a:p>
            <a:r>
              <a:rPr lang="en-US" dirty="0"/>
              <a:t>.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4527EA6-BECB-C61B-25BC-7E4397E3C0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8413" y="404447"/>
            <a:ext cx="6189662" cy="338328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8E8942-F152-950B-9103-746AB7FD8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7228" y="764932"/>
            <a:ext cx="3932237" cy="5026268"/>
          </a:xfrm>
        </p:spPr>
        <p:txBody>
          <a:bodyPr>
            <a:normAutofit/>
          </a:bodyPr>
          <a:lstStyle/>
          <a:p>
            <a:pPr lvl="0"/>
            <a:r>
              <a:rPr lang="en-IN" sz="2000" b="1" u="sng" dirty="0"/>
              <a:t>HOME PAGE:</a:t>
            </a:r>
          </a:p>
          <a:p>
            <a:pPr lvl="0"/>
            <a:r>
              <a:rPr lang="en-IN" dirty="0"/>
              <a:t>Easy navigation to Login and Register</a:t>
            </a:r>
          </a:p>
          <a:p>
            <a:r>
              <a:rPr lang="en-IN" dirty="0"/>
              <a:t>Highlights core features </a:t>
            </a:r>
          </a:p>
          <a:p>
            <a:r>
              <a:rPr lang="en-IN" dirty="0"/>
              <a:t>(network traffic monitoring, </a:t>
            </a:r>
          </a:p>
          <a:p>
            <a:r>
              <a:rPr lang="en-IN" dirty="0"/>
              <a:t>AI threat detection, and analytics)</a:t>
            </a:r>
          </a:p>
          <a:p>
            <a:r>
              <a:rPr lang="en-IN" dirty="0"/>
              <a:t>Displays technology stack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Flask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PostgreSQL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Random Forest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Python</a:t>
            </a:r>
          </a:p>
          <a:p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0B6340-6836-F8F9-3B60-F359FB4367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8413" y="3891279"/>
            <a:ext cx="6189662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058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F098C-2086-8675-0C02-BE684ED26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913795" y="101601"/>
            <a:ext cx="10353761" cy="111759"/>
          </a:xfrm>
        </p:spPr>
        <p:txBody>
          <a:bodyPr>
            <a:normAutofit fontScale="90000"/>
          </a:bodyPr>
          <a:lstStyle/>
          <a:p>
            <a:r>
              <a:rPr lang="en-IN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064F4-DA8F-FC43-9174-42175F27B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920" y="579120"/>
            <a:ext cx="5391083" cy="863600"/>
          </a:xfrm>
        </p:spPr>
        <p:txBody>
          <a:bodyPr/>
          <a:lstStyle/>
          <a:p>
            <a:r>
              <a:rPr lang="en-IN" dirty="0"/>
              <a:t>Registration Page: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118426F-2439-ABC0-B75D-C7198F3B90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940560"/>
            <a:ext cx="3581675" cy="4450079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2BB02E-05A8-847E-1BB1-D068F58848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2003" y="579120"/>
            <a:ext cx="4865554" cy="863600"/>
          </a:xfrm>
        </p:spPr>
        <p:txBody>
          <a:bodyPr/>
          <a:lstStyle/>
          <a:p>
            <a:r>
              <a:rPr lang="en-IN" dirty="0"/>
              <a:t>Login Page: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214B83A-F077-46DA-BC8C-26C30577772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2003" y="1940561"/>
            <a:ext cx="3541380" cy="445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687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EA1C2-3AC0-B722-070F-DDE0E47BC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"/>
            <a:ext cx="10353761" cy="109728"/>
          </a:xfrm>
        </p:spPr>
        <p:txBody>
          <a:bodyPr>
            <a:normAutofit fontScale="90000"/>
          </a:bodyPr>
          <a:lstStyle/>
          <a:p>
            <a:r>
              <a:rPr lang="en-IN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C9848-8508-5713-A734-D138216FC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804" y="109729"/>
            <a:ext cx="4879199" cy="4218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Analyst Dashboard: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0A0A03-5788-D9DA-0D48-C6AD5079F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3795" y="641356"/>
            <a:ext cx="5107208" cy="5149844"/>
          </a:xfrm>
        </p:spPr>
        <p:txBody>
          <a:bodyPr>
            <a:normAutofit/>
          </a:bodyPr>
          <a:lstStyle/>
          <a:p>
            <a:r>
              <a:rPr lang="en-US" sz="1400" dirty="0"/>
              <a:t>Dashboard</a:t>
            </a:r>
          </a:p>
          <a:p>
            <a:r>
              <a:rPr lang="en-US" sz="1400" dirty="0"/>
              <a:t>Network Traffic</a:t>
            </a:r>
          </a:p>
          <a:p>
            <a:r>
              <a:rPr lang="en-US" sz="1400" dirty="0"/>
              <a:t>Anomaly Detection</a:t>
            </a:r>
          </a:p>
          <a:p>
            <a:r>
              <a:rPr lang="en-US" sz="1400" dirty="0"/>
              <a:t>Threat Detection</a:t>
            </a:r>
          </a:p>
          <a:p>
            <a:r>
              <a:rPr lang="en-US" sz="1400" dirty="0"/>
              <a:t>Reports</a:t>
            </a:r>
          </a:p>
          <a:p>
            <a:r>
              <a:rPr lang="en-US" sz="1400" dirty="0"/>
              <a:t>Profile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6AAF6E-3F18-6C0B-48AF-8601DB4FC3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2003" y="109729"/>
            <a:ext cx="4865554" cy="4218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Admin Dashboard:</a:t>
            </a:r>
            <a:endParaRPr lang="en-IN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2D2B5D2-47B8-7D70-3322-979F7B423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531628"/>
            <a:ext cx="5095357" cy="525957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400" dirty="0"/>
              <a:t>Dashboard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Team Management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User Management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Security Analytics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Treat Reporting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System Monitoring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Settings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Profile</a:t>
            </a:r>
            <a:endParaRPr lang="en-IN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39919B8-8B12-7469-4803-130BF69727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77" b="4807"/>
          <a:stretch>
            <a:fillRect/>
          </a:stretch>
        </p:blipFill>
        <p:spPr>
          <a:xfrm>
            <a:off x="5582093" y="3242930"/>
            <a:ext cx="6345866" cy="35053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7DD138D-074E-CBBD-9DC5-A26B8A03AC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77" b="9132"/>
          <a:stretch>
            <a:fillRect/>
          </a:stretch>
        </p:blipFill>
        <p:spPr>
          <a:xfrm>
            <a:off x="138224" y="2945219"/>
            <a:ext cx="5188140" cy="3803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187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3D3F7-DFD9-CF41-4D78-BA6CA0AA8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228" y="1"/>
            <a:ext cx="8264872" cy="601884"/>
          </a:xfrm>
        </p:spPr>
        <p:txBody>
          <a:bodyPr>
            <a:normAutofit/>
          </a:bodyPr>
          <a:lstStyle/>
          <a:p>
            <a:r>
              <a:rPr lang="en-IN" dirty="0"/>
              <a:t>		Analyst dashboard: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6CAB3DB-5F7E-9876-E949-4221D9FD2A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43" y="754392"/>
            <a:ext cx="6189662" cy="282712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77C37D-EBA6-A14F-587C-2EEAB985C2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7228" y="4167962"/>
            <a:ext cx="5691916" cy="3583173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/>
              <a:t>Centralized dashboard for monitoring network activity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Real-time network traffic visualization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AI-assisted anomaly and threat monitoring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Threat activity and incident reporting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System health and security status monitoring</a:t>
            </a:r>
          </a:p>
          <a:p>
            <a:endParaRPr lang="en-IN" dirty="0"/>
          </a:p>
          <a:p>
            <a:r>
              <a:rPr lang="en-IN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5EF1E3-3A9B-8B4D-34AE-E104C1424E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144" y="754392"/>
            <a:ext cx="5582856" cy="29493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A6DF6A-4423-6D27-4EE9-53B06DFE12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111" y="3856218"/>
            <a:ext cx="4696335" cy="278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955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0AF61-472F-7BD5-002F-9C1606867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85060"/>
            <a:ext cx="11972260" cy="595423"/>
          </a:xfrm>
        </p:spPr>
        <p:txBody>
          <a:bodyPr/>
          <a:lstStyle/>
          <a:p>
            <a:r>
              <a:rPr lang="en-IN" dirty="0"/>
              <a:t>Admin Dashboard: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57781A1-C31A-D29F-9B52-60C98BF812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7842" y="552893"/>
            <a:ext cx="8197703" cy="230726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2F232B-9E47-7C5F-E350-2E7816666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2047" y="510364"/>
            <a:ext cx="3183038" cy="2742121"/>
          </a:xfrm>
        </p:spPr>
        <p:txBody>
          <a:bodyPr>
            <a:normAutofit lnSpcReduction="10000"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Manage users and security teams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Monitor system health and security status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View security analytics and threat reports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Configure application settings and notifications</a:t>
            </a:r>
            <a:endParaRPr lang="en-IN" dirty="0"/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826654-6B2D-E6DF-60BF-8722048C8C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6" t="3122" r="-1484"/>
          <a:stretch>
            <a:fillRect/>
          </a:stretch>
        </p:blipFill>
        <p:spPr>
          <a:xfrm>
            <a:off x="244549" y="3252486"/>
            <a:ext cx="6081823" cy="34890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6C5F05-8C9B-9DF7-9C39-0838D9A2FB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04" r="1803"/>
          <a:stretch>
            <a:fillRect/>
          </a:stretch>
        </p:blipFill>
        <p:spPr>
          <a:xfrm>
            <a:off x="6326372" y="3252486"/>
            <a:ext cx="5316582" cy="348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166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32435-6FDD-1F12-4B7A-5C8B98F9C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11170" y="-138896"/>
            <a:ext cx="6655443" cy="844952"/>
          </a:xfrm>
        </p:spPr>
        <p:txBody>
          <a:bodyPr/>
          <a:lstStyle/>
          <a:p>
            <a:r>
              <a:rPr lang="en-IN" dirty="0"/>
              <a:t>Security analyst: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CBFA352-423D-9935-4E90-146262A7DF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" r="-514" b="43264"/>
          <a:stretch>
            <a:fillRect/>
          </a:stretch>
        </p:blipFill>
        <p:spPr>
          <a:xfrm>
            <a:off x="7172960" y="396240"/>
            <a:ext cx="4953000" cy="207264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0B2339-0565-A9D4-495C-1EB9F20FC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891252"/>
            <a:ext cx="7662441" cy="2673751"/>
          </a:xfrm>
        </p:spPr>
        <p:txBody>
          <a:bodyPr/>
          <a:lstStyle/>
          <a:p>
            <a:pPr algn="l"/>
            <a:r>
              <a:rPr lang="en-IN" b="1" dirty="0"/>
              <a:t>Network Traffic Analysis</a:t>
            </a:r>
            <a:r>
              <a:rPr lang="en-IN" dirty="0"/>
              <a:t>:  Monitor incoming and outgoing network traffic.</a:t>
            </a:r>
          </a:p>
          <a:p>
            <a:pPr algn="l"/>
            <a:r>
              <a:rPr lang="en-IN" b="1" dirty="0"/>
              <a:t>AI Anomaly Detection:  </a:t>
            </a:r>
            <a:r>
              <a:rPr lang="en-IN" dirty="0"/>
              <a:t>Detect abnormal network traffic using ML.</a:t>
            </a:r>
          </a:p>
          <a:p>
            <a:pPr algn="l"/>
            <a:r>
              <a:rPr lang="en-IN" b="1" dirty="0"/>
              <a:t>Threat Detection:  </a:t>
            </a:r>
            <a:r>
              <a:rPr lang="en-IN" dirty="0" err="1"/>
              <a:t>Analyze</a:t>
            </a:r>
            <a:r>
              <a:rPr lang="en-IN" dirty="0"/>
              <a:t> detected cyber threats.</a:t>
            </a:r>
          </a:p>
          <a:p>
            <a:pPr algn="l"/>
            <a:r>
              <a:rPr lang="en-IN" b="1" dirty="0"/>
              <a:t>Reports</a:t>
            </a:r>
            <a:r>
              <a:rPr lang="en-IN" dirty="0"/>
              <a:t>:  Maintain detection history and investigation records.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499D36-5E36-53DE-98C8-02D0E2B455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3429001"/>
            <a:ext cx="5976395" cy="31106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5F99BD-65AE-CB70-9564-E7BD5F5110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50" b="5159"/>
          <a:stretch>
            <a:fillRect/>
          </a:stretch>
        </p:blipFill>
        <p:spPr>
          <a:xfrm>
            <a:off x="591273" y="3429000"/>
            <a:ext cx="4953000" cy="297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230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32B44-0636-2BA3-D68C-3395236F7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008120" y="-121920"/>
            <a:ext cx="13533120" cy="731520"/>
          </a:xfrm>
        </p:spPr>
        <p:txBody>
          <a:bodyPr/>
          <a:lstStyle/>
          <a:p>
            <a:r>
              <a:rPr lang="en-IN" dirty="0"/>
              <a:t>Security administrator: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A2E637-8CA9-842F-7EE3-A80165A42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609601"/>
            <a:ext cx="5913120" cy="3764280"/>
          </a:xfrm>
        </p:spPr>
        <p:txBody>
          <a:bodyPr>
            <a:normAutofit/>
          </a:bodyPr>
          <a:lstStyle/>
          <a:p>
            <a:pPr lvl="0" algn="l"/>
            <a:r>
              <a:rPr lang="en-IN" b="1" dirty="0"/>
              <a:t>Team Management</a:t>
            </a:r>
            <a:r>
              <a:rPr lang="en-IN" dirty="0"/>
              <a:t> – Manage security team members. </a:t>
            </a:r>
          </a:p>
          <a:p>
            <a:pPr lvl="0" algn="l"/>
            <a:r>
              <a:rPr lang="en-IN" b="1" dirty="0"/>
              <a:t>User Management</a:t>
            </a:r>
            <a:r>
              <a:rPr lang="en-IN" dirty="0"/>
              <a:t> – Manage users and access permissions. </a:t>
            </a:r>
          </a:p>
          <a:p>
            <a:pPr lvl="0" algn="l"/>
            <a:r>
              <a:rPr lang="en-IN" b="1" dirty="0"/>
              <a:t>Security Analytics</a:t>
            </a:r>
            <a:r>
              <a:rPr lang="en-IN" dirty="0"/>
              <a:t> – </a:t>
            </a:r>
            <a:r>
              <a:rPr lang="en-IN" dirty="0" err="1"/>
              <a:t>Analyze</a:t>
            </a:r>
            <a:r>
              <a:rPr lang="en-IN" dirty="0"/>
              <a:t> security trends and risks. </a:t>
            </a:r>
          </a:p>
          <a:p>
            <a:pPr lvl="0" algn="l"/>
            <a:r>
              <a:rPr lang="en-IN" b="1" dirty="0"/>
              <a:t>Threat Reports</a:t>
            </a:r>
            <a:r>
              <a:rPr lang="en-IN" dirty="0"/>
              <a:t> – View and manage security incidents. </a:t>
            </a:r>
          </a:p>
          <a:p>
            <a:pPr lvl="0" algn="l"/>
            <a:r>
              <a:rPr lang="en-IN" b="1" dirty="0"/>
              <a:t>System Monitoring</a:t>
            </a:r>
            <a:r>
              <a:rPr lang="en-IN" dirty="0"/>
              <a:t> – Monitor server and system health. </a:t>
            </a:r>
          </a:p>
          <a:p>
            <a:pPr lvl="0" algn="l"/>
            <a:r>
              <a:rPr lang="en-IN" b="1" dirty="0"/>
              <a:t>Settings</a:t>
            </a:r>
            <a:r>
              <a:rPr lang="en-IN" dirty="0"/>
              <a:t> – Configure system preferences. </a:t>
            </a:r>
          </a:p>
          <a:p>
            <a:pPr lvl="0" algn="l"/>
            <a:endParaRPr lang="en-IN" dirty="0"/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06ED09-EEED-8D24-C3CA-53B65B33CB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42" t="-2" b="35181"/>
          <a:stretch>
            <a:fillRect/>
          </a:stretch>
        </p:blipFill>
        <p:spPr>
          <a:xfrm>
            <a:off x="5775960" y="3901439"/>
            <a:ext cx="6416040" cy="2712720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8EE7AF33-09D2-16D5-BA06-E4B66E1B0B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7" t="40862" r="146" b="9137"/>
          <a:stretch>
            <a:fillRect/>
          </a:stretch>
        </p:blipFill>
        <p:spPr>
          <a:xfrm>
            <a:off x="-15240" y="3429000"/>
            <a:ext cx="5791200" cy="30022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B30E93D-17E0-09DB-877D-8F389CAD02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02" t="6108" b="3711"/>
          <a:stretch>
            <a:fillRect/>
          </a:stretch>
        </p:blipFill>
        <p:spPr>
          <a:xfrm>
            <a:off x="6278880" y="198119"/>
            <a:ext cx="5913120" cy="370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907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F6FB5-9C24-1786-6D1F-8C7737F60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tables &amp; Database (PostgreSQL)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1745122-5D0E-C046-B736-DA13FC858E0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96" r="26970"/>
          <a:stretch>
            <a:fillRect/>
          </a:stretch>
        </p:blipFill>
        <p:spPr>
          <a:xfrm>
            <a:off x="365759" y="1935921"/>
            <a:ext cx="4358641" cy="3855278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F6A6C2F-D218-F7CA-0343-AA5E2A15FC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560" y="1813560"/>
            <a:ext cx="7101840" cy="467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507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5CF25-1B66-137D-7471-F0DEBC4CA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2" cy="3383280"/>
          </a:xfrm>
        </p:spPr>
        <p:txBody>
          <a:bodyPr>
            <a:normAutofit/>
          </a:bodyPr>
          <a:lstStyle/>
          <a:p>
            <a:r>
              <a:rPr lang="en-IN" sz="5600" dirty="0">
                <a:latin typeface="Algerian" panose="04020705040A02060702" pitchFamily="82" charset="0"/>
              </a:rPr>
              <a:t> THANK YOU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822612-D840-A739-6EEE-DE3D991B5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10600" y="4204820"/>
            <a:ext cx="2656956" cy="2653180"/>
          </a:xfrm>
        </p:spPr>
        <p:txBody>
          <a:bodyPr/>
          <a:lstStyle/>
          <a:p>
            <a:r>
              <a:rPr lang="en-IN" sz="2000" dirty="0"/>
              <a:t>Bhavani</a:t>
            </a:r>
            <a:r>
              <a:rPr lang="en-IN" dirty="0"/>
              <a:t>  </a:t>
            </a:r>
            <a:r>
              <a:rPr lang="en-IN" sz="2000" dirty="0" err="1"/>
              <a:t>Gontina</a:t>
            </a:r>
            <a:r>
              <a:rPr lang="en-IN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112361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296</TotalTime>
  <Words>249</Words>
  <Application>Microsoft Office PowerPoint</Application>
  <PresentationFormat>Widescreen</PresentationFormat>
  <Paragraphs>67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Algerian</vt:lpstr>
      <vt:lpstr>Arial</vt:lpstr>
      <vt:lpstr>Bookman Old Style</vt:lpstr>
      <vt:lpstr>Calibri</vt:lpstr>
      <vt:lpstr>Rockwell</vt:lpstr>
      <vt:lpstr>Damask</vt:lpstr>
      <vt:lpstr>NetShield AI </vt:lpstr>
      <vt:lpstr>.</vt:lpstr>
      <vt:lpstr> </vt:lpstr>
      <vt:lpstr> </vt:lpstr>
      <vt:lpstr>  Analyst dashboard:</vt:lpstr>
      <vt:lpstr>Admin Dashboard:</vt:lpstr>
      <vt:lpstr>Security analyst:</vt:lpstr>
      <vt:lpstr>Security administrator:</vt:lpstr>
      <vt:lpstr> tables &amp; Database (PostgreSQL) </vt:lpstr>
      <vt:lpstr> 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gontinabhavani@gmail.com</dc:creator>
  <cp:lastModifiedBy>gontinabhavani@gmail.com</cp:lastModifiedBy>
  <cp:revision>8</cp:revision>
  <dcterms:created xsi:type="dcterms:W3CDTF">2026-07-31T09:33:20Z</dcterms:created>
  <dcterms:modified xsi:type="dcterms:W3CDTF">2026-07-31T14:33:07Z</dcterms:modified>
</cp:coreProperties>
</file>