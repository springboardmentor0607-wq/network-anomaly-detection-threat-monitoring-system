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7" r:id="rId2"/>
    <p:sldId id="258" r:id="rId3"/>
    <p:sldId id="260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0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5CB7D7-D3D7-43CE-93F6-9F6CE6C2143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C4D70-77A3-4221-B80B-8CB41A173B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902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5251E6-3A70-48DC-B39E-2B93B3320F4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1773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5251E6-3A70-48DC-B39E-2B93B3320F4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988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A229A-1D63-49FA-95F1-4B54D4E9751A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ACBC-0CCC-4209-9F5A-62E85912AF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494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A229A-1D63-49FA-95F1-4B54D4E9751A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ACBC-0CCC-4209-9F5A-62E85912AF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507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A229A-1D63-49FA-95F1-4B54D4E9751A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ACBC-0CCC-4209-9F5A-62E85912AF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462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A229A-1D63-49FA-95F1-4B54D4E9751A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ACBC-0CCC-4209-9F5A-62E85912AF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310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A229A-1D63-49FA-95F1-4B54D4E9751A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0ACBC-0CCC-4209-9F5A-62E85912AF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585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21190-7720-0100-7360-C1B991EA91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0" dirty="0" err="1">
                <a:effectLst/>
              </a:rPr>
              <a:t>NetShield</a:t>
            </a:r>
            <a:r>
              <a:rPr lang="en-IN" b="0" dirty="0">
                <a:effectLst/>
              </a:rPr>
              <a:t> AI</a:t>
            </a:r>
            <a:br>
              <a:rPr lang="en-IN" b="0" dirty="0">
                <a:effectLst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E0DFC7-ACDA-3DBF-6B97-764812C3CE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effectLst/>
              </a:rPr>
              <a:t>Network Anomaly Detection &amp;Threat Monitoring System</a:t>
            </a:r>
          </a:p>
          <a:p>
            <a:endParaRPr lang="en-IN" dirty="0">
              <a:effectLst/>
            </a:endParaRPr>
          </a:p>
          <a:p>
            <a:r>
              <a:rPr lang="en-IN" dirty="0">
                <a:effectLst/>
              </a:rPr>
              <a:t>( MILESTONE-3 )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9551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31B2A-513C-1BE6-961E-2579BA974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4017123"/>
            <a:ext cx="10353761" cy="554876"/>
          </a:xfrm>
        </p:spPr>
        <p:txBody>
          <a:bodyPr>
            <a:normAutofit fontScale="90000"/>
          </a:bodyPr>
          <a:lstStyle/>
          <a:p>
            <a:r>
              <a:rPr lang="en-IN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BA656-2AB3-F093-E5FE-F39F56271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804" y="95696"/>
            <a:ext cx="4879199" cy="554876"/>
          </a:xfrm>
        </p:spPr>
        <p:txBody>
          <a:bodyPr/>
          <a:lstStyle/>
          <a:p>
            <a:r>
              <a:rPr lang="en-IN" dirty="0"/>
              <a:t>Admin Dashboard: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9350C7-E7B3-68AB-1994-782CD568F3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2003" y="95697"/>
            <a:ext cx="4865554" cy="554876"/>
          </a:xfrm>
        </p:spPr>
        <p:txBody>
          <a:bodyPr/>
          <a:lstStyle/>
          <a:p>
            <a:r>
              <a:rPr lang="en-IN" dirty="0"/>
              <a:t>Analyst Dashboard: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BF7A1C-5CDD-BE4F-8BBB-ED68590D13BE}"/>
              </a:ext>
            </a:extLst>
          </p:cNvPr>
          <p:cNvSpPr txBox="1"/>
          <p:nvPr/>
        </p:nvSpPr>
        <p:spPr>
          <a:xfrm>
            <a:off x="180753" y="3973707"/>
            <a:ext cx="6592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Notifications: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2918204-73F5-054E-D686-7502A9380B2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443" y="582111"/>
            <a:ext cx="3174957" cy="3067983"/>
          </a:xfrm>
          <a:prstGeom prst="rect">
            <a:avLst/>
          </a:prstGeo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C5EEB088-21EA-7693-8B76-4B893EBE358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002" y="770370"/>
            <a:ext cx="3039709" cy="28797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8FF499A-59DF-82AC-FF14-30C153AC59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697" y="3922132"/>
            <a:ext cx="5398847" cy="55487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AAA9220-6293-5844-C8B8-3C5176D53E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06"/>
          <a:stretch>
            <a:fillRect/>
          </a:stretch>
        </p:blipFill>
        <p:spPr>
          <a:xfrm>
            <a:off x="8174236" y="3721415"/>
            <a:ext cx="3276884" cy="287972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41C33A7-A54F-EA40-F355-F25B8A8B7788}"/>
              </a:ext>
            </a:extLst>
          </p:cNvPr>
          <p:cNvSpPr txBox="1"/>
          <p:nvPr/>
        </p:nvSpPr>
        <p:spPr>
          <a:xfrm>
            <a:off x="659219" y="4939028"/>
            <a:ext cx="66985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system automatically generates </a:t>
            </a:r>
            <a:r>
              <a:rPr lang="en-IN" b="1" dirty="0"/>
              <a:t>security notifications when a potential threat or attack is detected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7110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F015B-666A-B466-E2EC-AF70360F1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228" y="123810"/>
            <a:ext cx="3932237" cy="1439175"/>
          </a:xfrm>
        </p:spPr>
        <p:txBody>
          <a:bodyPr>
            <a:normAutofit/>
          </a:bodyPr>
          <a:lstStyle/>
          <a:p>
            <a:r>
              <a:rPr lang="en-US" sz="2200" dirty="0"/>
              <a:t>I</a:t>
            </a:r>
            <a:r>
              <a:rPr lang="en-IN" sz="2200" dirty="0" err="1"/>
              <a:t>ncident</a:t>
            </a:r>
            <a:r>
              <a:rPr lang="en-IN" sz="2200" dirty="0"/>
              <a:t> Dashboard</a:t>
            </a:r>
            <a:r>
              <a:rPr lang="en-IN" sz="1400" dirty="0"/>
              <a:t>: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3B1A9-E163-BEB1-1511-C4F48262A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2773" y="1743739"/>
            <a:ext cx="4551754" cy="4685413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-</a:t>
            </a:r>
            <a:r>
              <a:rPr lang="en-IN" dirty="0"/>
              <a:t>to track detected security incidents.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/>
              <a:t>Each incident displays details like: </a:t>
            </a:r>
            <a:r>
              <a:rPr lang="en-IN" b="1" dirty="0"/>
              <a:t>attack type, severity, risk score, AI confidence, source and destination IPs, and detection time.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b="1" dirty="0"/>
              <a:t>View Details</a:t>
            </a:r>
            <a:r>
              <a:rPr lang="en-IN" dirty="0"/>
              <a:t> option allows analysts to investigate an incident and take the required response action.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/>
              <a:t>The dashboard also provides an overview of </a:t>
            </a:r>
            <a:r>
              <a:rPr lang="en-IN" b="1" dirty="0"/>
              <a:t>total, active, action-required, and resolved incidents</a:t>
            </a:r>
            <a:r>
              <a:rPr lang="en-IN" dirty="0"/>
              <a:t>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788DFB8-0E8B-D299-3C7E-0D16E4974A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6124" y="1562985"/>
            <a:ext cx="6189662" cy="450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079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F015B-666A-B466-E2EC-AF70360F1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228" y="123810"/>
            <a:ext cx="4462846" cy="1439175"/>
          </a:xfrm>
        </p:spPr>
        <p:txBody>
          <a:bodyPr>
            <a:normAutofit/>
          </a:bodyPr>
          <a:lstStyle/>
          <a:p>
            <a:r>
              <a:rPr lang="en-IN" sz="2000" dirty="0" err="1"/>
              <a:t>INCIDEnt</a:t>
            </a:r>
            <a:r>
              <a:rPr lang="en-IN" sz="2000" dirty="0"/>
              <a:t> management :</a:t>
            </a:r>
            <a:br>
              <a:rPr lang="en-IN" sz="1400" dirty="0"/>
            </a:br>
            <a:endParaRPr lang="en-IN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3B1A9-E163-BEB1-1511-C4F48262A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7228" y="1467293"/>
            <a:ext cx="3932237" cy="4323906"/>
          </a:xfrm>
        </p:spPr>
        <p:txBody>
          <a:bodyPr>
            <a:normAutofit lnSpcReduction="10000"/>
          </a:bodyPr>
          <a:lstStyle/>
          <a:p>
            <a:r>
              <a:rPr lang="en-IN" dirty="0"/>
              <a:t>Once an alert is generated, </a:t>
            </a:r>
          </a:p>
          <a:p>
            <a:r>
              <a:rPr lang="en-IN" dirty="0"/>
              <a:t>the security analyst needs to handle it.</a:t>
            </a:r>
          </a:p>
          <a:p>
            <a:r>
              <a:rPr lang="en-IN" dirty="0"/>
              <a:t>The system should support an instant workflow. </a:t>
            </a:r>
          </a:p>
          <a:p>
            <a:r>
              <a:rPr lang="en-IN" dirty="0"/>
              <a:t>-------------------------------------------------</a:t>
            </a:r>
          </a:p>
          <a:p>
            <a:pPr algn="l"/>
            <a:r>
              <a:rPr lang="en-IN" u="sng" dirty="0"/>
              <a:t>The WORKFLOW</a:t>
            </a:r>
            <a:r>
              <a:rPr lang="en-IN" dirty="0"/>
              <a:t>: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dirty="0"/>
              <a:t>Alert generated,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dirty="0"/>
              <a:t>Track incident,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dirty="0"/>
              <a:t>Investigation,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dirty="0"/>
              <a:t>Take action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dirty="0" err="1"/>
              <a:t>Reslove</a:t>
            </a:r>
            <a:r>
              <a:rPr lang="en-IN" dirty="0"/>
              <a:t> incident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CF8C04F-1583-EF31-D7CB-101D6651EC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2000" y="972774"/>
            <a:ext cx="4740344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315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E3612-72DF-BD8B-EFD1-F91F34A89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Threat intelligent reports: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4BEDF-38E0-6886-7135-32CB30614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804" y="4477673"/>
            <a:ext cx="10125752" cy="149782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Generates detailed threat intelligence reports from detected security alerts.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Provides attack type, threat severity, risk score, and AI confidence.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Displays source and destination IPs along with detection timestamp.</a:t>
            </a:r>
          </a:p>
          <a:p>
            <a:endParaRPr lang="en-IN" sz="1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99EC13-2B21-C9A5-F6E3-97976215FB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IN" dirty="0"/>
              <a:t> 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EE780652-E91B-6D06-F385-5FAEC1AE5F2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10"/>
          <a:stretch>
            <a:fillRect/>
          </a:stretch>
        </p:blipFill>
        <p:spPr>
          <a:xfrm>
            <a:off x="1541721" y="1631009"/>
            <a:ext cx="9197163" cy="2562446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CABBFB9-F4B3-7062-F97B-4A9A83EAD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2988" y="3196451"/>
            <a:ext cx="5107208" cy="2878968"/>
          </a:xfrm>
        </p:spPr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4669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E3612-72DF-BD8B-EFD1-F91F34A89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91386"/>
            <a:ext cx="10353761" cy="1116419"/>
          </a:xfrm>
        </p:spPr>
        <p:txBody>
          <a:bodyPr/>
          <a:lstStyle/>
          <a:p>
            <a:r>
              <a:rPr lang="en-IN" dirty="0"/>
              <a:t>Threat report document: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4BEDF-38E0-6886-7135-32CB30614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0967" y="5954233"/>
            <a:ext cx="7262038" cy="623776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Shows the current incident status and resolution summary, with an option to print/save the report as PDF. 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99EC13-2B21-C9A5-F6E3-97976215FB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 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10694775-038D-7867-6A82-0DFA6B37D56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912" y="1116419"/>
            <a:ext cx="5068186" cy="3912780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1524F5E-63B7-06D7-D57F-8178CF7ED2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190847"/>
            <a:ext cx="4657665" cy="391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681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22581-1728-601C-6632-9C5232CF9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1" cy="1222877"/>
          </a:xfrm>
        </p:spPr>
        <p:txBody>
          <a:bodyPr/>
          <a:lstStyle/>
          <a:p>
            <a:r>
              <a:rPr lang="en-IN" dirty="0"/>
              <a:t>Attack visualization: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7C4FC-D728-B8CD-96AE-DB0EC3561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804" y="988828"/>
            <a:ext cx="4879199" cy="691116"/>
          </a:xfrm>
        </p:spPr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A038BC-4A1F-CA66-351B-E4736D3767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21003" y="988828"/>
            <a:ext cx="5246554" cy="765544"/>
          </a:xfrm>
        </p:spPr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C69D27-1C4C-0675-34DB-AB5F230BC0EE}"/>
              </a:ext>
            </a:extLst>
          </p:cNvPr>
          <p:cNvSpPr txBox="1"/>
          <p:nvPr/>
        </p:nvSpPr>
        <p:spPr>
          <a:xfrm>
            <a:off x="913795" y="4699591"/>
            <a:ext cx="4700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34808C-3DE2-E191-D7EE-D30F8E3D687E}"/>
              </a:ext>
            </a:extLst>
          </p:cNvPr>
          <p:cNvSpPr txBox="1"/>
          <p:nvPr/>
        </p:nvSpPr>
        <p:spPr>
          <a:xfrm>
            <a:off x="6160567" y="4699590"/>
            <a:ext cx="52465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E4018D82-87B3-0F4B-2034-4090499B6F0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15" y="2281328"/>
            <a:ext cx="4213251" cy="2787594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D120FC93-D1A6-A6C1-665A-F14290075C0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434" y="968494"/>
            <a:ext cx="8835654" cy="92333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C32D903-E35E-EAE0-D1C9-1A276B2F6C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655"/>
          <a:stretch>
            <a:fillRect/>
          </a:stretch>
        </p:blipFill>
        <p:spPr>
          <a:xfrm>
            <a:off x="4383282" y="2261383"/>
            <a:ext cx="3665728" cy="282748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B1DC0A0-C2CB-721C-5419-E3A6DB5140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30"/>
          <a:stretch>
            <a:fillRect/>
          </a:stretch>
        </p:blipFill>
        <p:spPr>
          <a:xfrm>
            <a:off x="8090126" y="2241438"/>
            <a:ext cx="4101874" cy="282748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569904F-70EE-1A70-6CF3-47CA823EC6B8}"/>
              </a:ext>
            </a:extLst>
          </p:cNvPr>
          <p:cNvSpPr txBox="1"/>
          <p:nvPr/>
        </p:nvSpPr>
        <p:spPr>
          <a:xfrm>
            <a:off x="489098" y="5486400"/>
            <a:ext cx="11132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Shows the </a:t>
            </a:r>
            <a:r>
              <a:rPr lang="en-IN" b="1" dirty="0"/>
              <a:t>distribution of attack types</a:t>
            </a:r>
            <a:r>
              <a:rPr lang="en-IN" dirty="0"/>
              <a:t> such as DoS, Exploits, </a:t>
            </a:r>
            <a:r>
              <a:rPr lang="en-IN" dirty="0" err="1"/>
              <a:t>Fuzzers</a:t>
            </a:r>
            <a:r>
              <a:rPr lang="en-IN" dirty="0"/>
              <a:t>, and Reconnaissance.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Helps analysts understand </a:t>
            </a:r>
            <a:r>
              <a:rPr lang="en-IN" b="1" dirty="0"/>
              <a:t>attack trends, threat </a:t>
            </a:r>
            <a:r>
              <a:rPr lang="en-IN" b="1" dirty="0" err="1"/>
              <a:t>patterns,network</a:t>
            </a:r>
            <a:r>
              <a:rPr lang="en-IN" b="1" dirty="0"/>
              <a:t> security activity</a:t>
            </a:r>
            <a:r>
              <a:rPr lang="en-IN" dirty="0"/>
              <a:t> </a:t>
            </a:r>
          </a:p>
          <a:p>
            <a:r>
              <a:rPr lang="en-IN" dirty="0"/>
              <a:t>       through charts and graphs</a:t>
            </a:r>
          </a:p>
        </p:txBody>
      </p:sp>
    </p:spTree>
    <p:extLst>
      <p:ext uri="{BB962C8B-B14F-4D97-AF65-F5344CB8AC3E}">
        <p14:creationId xmlns:p14="http://schemas.microsoft.com/office/powerpoint/2010/main" val="210879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D8943-1579-E711-26BA-822C09823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457201"/>
          </a:xfrm>
        </p:spPr>
        <p:txBody>
          <a:bodyPr>
            <a:normAutofit fontScale="90000"/>
          </a:bodyPr>
          <a:lstStyle/>
          <a:p>
            <a:r>
              <a:rPr lang="en-IN" dirty="0"/>
              <a:t>Weekly reports::</a:t>
            </a:r>
            <a:br>
              <a:rPr lang="en-IN" dirty="0"/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ED656-CB25-87F2-D28F-05141AF770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7228" y="690881"/>
            <a:ext cx="3932237" cy="457202"/>
          </a:xfrm>
        </p:spPr>
        <p:txBody>
          <a:bodyPr/>
          <a:lstStyle/>
          <a:p>
            <a:r>
              <a:rPr lang="en-IN" dirty="0"/>
              <a:t>( Security Threat Monitoring 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E43378-07A5-AC57-F786-C00A480BF14D}"/>
              </a:ext>
            </a:extLst>
          </p:cNvPr>
          <p:cNvSpPr txBox="1"/>
          <p:nvPr/>
        </p:nvSpPr>
        <p:spPr>
          <a:xfrm>
            <a:off x="350874" y="1706823"/>
            <a:ext cx="526453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ckwell" panose="02060603020205020403"/>
              </a:rPr>
              <a:t>T</a:t>
            </a:r>
            <a:r>
              <a:rPr lang="en-IN" sz="2000" dirty="0">
                <a:solidFill>
                  <a:prstClr val="white"/>
                </a:solidFill>
                <a:latin typeface="Rockwell" panose="02060603020205020403"/>
              </a:rPr>
              <a:t>he system will help the security team to understand how threats change over the time.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AD58B0-23E1-F667-21EC-7E23D5514624}"/>
              </a:ext>
            </a:extLst>
          </p:cNvPr>
          <p:cNvSpPr txBox="1"/>
          <p:nvPr/>
        </p:nvSpPr>
        <p:spPr>
          <a:xfrm>
            <a:off x="350874" y="2972972"/>
            <a:ext cx="46580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defTabSz="457200">
              <a:buFont typeface="Wingdings" panose="05000000000000000000" pitchFamily="2" charset="2"/>
              <a:buChar char="§"/>
            </a:pPr>
            <a:r>
              <a:rPr lang="en-IN" dirty="0"/>
              <a:t>Tracks the </a:t>
            </a:r>
            <a:r>
              <a:rPr lang="en-IN" b="1" dirty="0"/>
              <a:t>number of detected attacks week by week</a:t>
            </a:r>
            <a:r>
              <a:rPr lang="en-IN" dirty="0"/>
              <a:t> using detection timestamps from the database.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022A133-8858-6E05-C05F-15CC89AA8A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040" y="1148083"/>
            <a:ext cx="6149873" cy="41807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625A272-8AA4-C762-85FC-3D92A7CD29F9}"/>
              </a:ext>
            </a:extLst>
          </p:cNvPr>
          <p:cNvSpPr txBox="1"/>
          <p:nvPr/>
        </p:nvSpPr>
        <p:spPr>
          <a:xfrm>
            <a:off x="350874" y="4455042"/>
            <a:ext cx="49335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For example, </a:t>
            </a:r>
            <a:r>
              <a:rPr lang="en-IN" b="1" dirty="0"/>
              <a:t>Week 5 records 28 total attacks, including 4 critical and 23 high-severity attacks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1563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780B0-3576-E833-C99F-9598685D8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3728720"/>
          </a:xfrm>
        </p:spPr>
        <p:txBody>
          <a:bodyPr>
            <a:normAutofit/>
          </a:bodyPr>
          <a:lstStyle/>
          <a:p>
            <a:r>
              <a:rPr lang="en-IN" sz="5200" dirty="0">
                <a:latin typeface="Algerian" panose="04020705040A02060702" pitchFamily="82" charset="0"/>
              </a:rPr>
              <a:t> </a:t>
            </a:r>
            <a:br>
              <a:rPr lang="en-IN" sz="5200" dirty="0">
                <a:latin typeface="Algerian" panose="04020705040A02060702" pitchFamily="82" charset="0"/>
              </a:rPr>
            </a:br>
            <a:br>
              <a:rPr lang="en-IN" sz="5200" dirty="0">
                <a:latin typeface="Algerian" panose="04020705040A02060702" pitchFamily="82" charset="0"/>
              </a:rPr>
            </a:br>
            <a:r>
              <a:rPr lang="en-IN" sz="5600" dirty="0">
                <a:latin typeface="Algerian" panose="04020705040A02060702" pitchFamily="82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7F6C55-45EF-9FEE-5B86-392E2FC288B4}"/>
              </a:ext>
            </a:extLst>
          </p:cNvPr>
          <p:cNvSpPr txBox="1"/>
          <p:nvPr/>
        </p:nvSpPr>
        <p:spPr>
          <a:xfrm>
            <a:off x="8818880" y="4753372"/>
            <a:ext cx="224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- Bhavani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Gontina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20140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2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97B1AF38-8E88-41C6-B7D3-4CD5A52C1F39}" vid="{43504000-E190-4CC5-A1E3-8F4496697D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327</Words>
  <Application>Microsoft Office PowerPoint</Application>
  <PresentationFormat>Widescreen</PresentationFormat>
  <Paragraphs>52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Algerian</vt:lpstr>
      <vt:lpstr>Arial</vt:lpstr>
      <vt:lpstr>Bookman Old Style</vt:lpstr>
      <vt:lpstr>Calibri</vt:lpstr>
      <vt:lpstr>Courier New</vt:lpstr>
      <vt:lpstr>Rockwell</vt:lpstr>
      <vt:lpstr>Wingdings</vt:lpstr>
      <vt:lpstr>Theme2</vt:lpstr>
      <vt:lpstr>NetShield AI </vt:lpstr>
      <vt:lpstr> </vt:lpstr>
      <vt:lpstr>Incident Dashboard: </vt:lpstr>
      <vt:lpstr>INCIDEnt management : </vt:lpstr>
      <vt:lpstr>Threat intelligent reports:</vt:lpstr>
      <vt:lpstr>Threat report document:</vt:lpstr>
      <vt:lpstr>Attack visualization:</vt:lpstr>
      <vt:lpstr>Weekly reports:: </vt:lpstr>
      <vt:lpstr>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gontinabhavani@gmail.com</dc:creator>
  <cp:lastModifiedBy>gontinabhavani@gmail.com</cp:lastModifiedBy>
  <cp:revision>2</cp:revision>
  <dcterms:created xsi:type="dcterms:W3CDTF">2026-08-28T13:26:09Z</dcterms:created>
  <dcterms:modified xsi:type="dcterms:W3CDTF">2026-08-28T14:28:04Z</dcterms:modified>
</cp:coreProperties>
</file>